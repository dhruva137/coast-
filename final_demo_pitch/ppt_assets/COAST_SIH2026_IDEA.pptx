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r>
              <a:rPr sz="2000" b="1">
                <a:solidFill>
                  <a:srgbClr val="008A66"/>
                </a:solidFill>
              </a:rPr>
              <a:t>COAST — when GPS dies, you coast on sensors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1F2A"/>
                </a:solidFill>
              </a:rPr>
              <a:t>Problem Statement ID – 26168</a:t>
            </a:r>
            <a:endParaRPr lang="en-US" dirty="0"/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B1F2A"/>
                </a:solidFill>
              </a:rPr>
              <a:t>Title – AI-ML based Intelligent Dead Reckoning system for seamless navigation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B1F2A"/>
                </a:solidFill>
              </a:rPr>
              <a:t>Organisation – ISRO (Department of Space)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B1F2A"/>
                </a:solidFill>
              </a:rPr>
              <a:t>Theme – Space Technology    |    PS Category – Software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B1F2A"/>
                </a:solidFill>
              </a:rPr>
              <a:t>Team ID – [Team ID]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B1F2A"/>
                </a:solidFill>
              </a:rPr>
              <a:t>Team Name – [Team Name]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r>
              <a:rPr sz="2500" b="1"/>
              <a:t>THE IDEA — COAST keeps you on the map when GPS dies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57200" y="1188720"/>
            <a:ext cx="11247120" cy="18745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400"/>
              </a:spcAft>
              <a:buFont typeface="Wingdings" panose="05000000000000000000" pitchFamily="2" charset="2"/>
              <a:buChar char="v"/>
            </a:pPr>
            <a:r>
              <a:rPr sz="1300" b="1">
                <a:solidFill>
                  <a:srgbClr val="0B1F2A"/>
                </a:solidFill>
              </a:rPr>
              <a:t>• Problem: in tunnels, underpasses, metros &amp; under jamming, consumer GPS dies and the phone's map freezes.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0B1F2A"/>
                </a:solidFill>
              </a:rPr>
              <a:t>• Idea: COAST keeps position moving from the phone's OWN accelerometer + gyroscope — no internet, no extra hardware.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0B1F2A"/>
                </a:solidFill>
              </a:rPr>
              <a:t>• Innovation: the OpenStreetMap road graph sits INSIDE the estimator loop, so the state lives on the road → error cannot run away (not a post-hoc cleanup).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0B1F2A"/>
                </a:solidFill>
              </a:rPr>
              <a:t>• Proof we understand it: even a PERFECT gyro fails 55% of 60-s segments — a better sensor is NOT the fix; the map-in-loop is.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900"/>
              <a:t>[Team Name]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conce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5930" y="3154680"/>
            <a:ext cx="789709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 b="1"/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188720"/>
            <a:ext cx="1088136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300" b="1">
                <a:solidFill>
                  <a:srgbClr val="0B1F2A"/>
                </a:solidFill>
              </a:rPr>
              <a:t>• Stack: Kotlin + Jetpack Compose · MapLibre + OpenStreetMap (no key, no billing) · ONNX Runtime Mobile · shared C++ core.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0B1F2A"/>
                </a:solidFill>
              </a:rPr>
              <a:t>• Methods: AI speed model (AVNet-tiny) · gyro heading evidence · ZUPT · map-in-loop particle filter · HMM map-matching (Newson–Krumm).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900"/>
              <a:t>[Team Name]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0790" y="2468880"/>
            <a:ext cx="8647371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 b="1"/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57200" y="1143000"/>
            <a:ext cx="1124712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250" b="1">
                <a:solidFill>
                  <a:srgbClr val="0B1F2A"/>
                </a:solidFill>
              </a:rPr>
              <a:t>• Feasible today: runs on any phone people already own; fully offline; edge engine already 600× the required 200 Hz.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B1F2A"/>
                </a:solidFill>
              </a:rPr>
              <a:t>• Risk: heading drift dominates; hardest tunnel bar not yet cleared end-to-end. Strategy: map-in-loop (done, 2.02×) → online alignment → calibrated uncertainty → field logs.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900"/>
              <a:t>[Team Name]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4927" y="2468880"/>
            <a:ext cx="9639096" cy="379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 b="1"/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371600"/>
            <a:ext cx="11064240" cy="4480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500" b="1">
                <a:solidFill>
                  <a:srgbClr val="0B1F2A"/>
                </a:solidFill>
              </a:rPr>
              <a:t>• Who: 200M+ two-wheelers, trucks &amp; older cars; logistics, ride-hailing, quick-commerce, ambulances, metro riders.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5C6B73"/>
                </a:solidFill>
              </a:rPr>
              <a:t>– Social: the dot keeps moving underground — safer routing, honest ETAs, ambulances that don't lose the map.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5C6B73"/>
                </a:solidFill>
              </a:rPr>
              <a:t>– Economic: ₹0 extra hardware, no cloud, no API bills — works on existing phones; SDK licensing to OEMs &amp; fleets.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5C6B73"/>
                </a:solidFill>
              </a:rPr>
              <a:t>– Environmental: no added device (no e-waste), no cloud compute energy.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0B1F2A"/>
                </a:solidFill>
              </a:rPr>
              <a:t>• Strategic (why ISRO): GNSS jamming/spoofing is a sovereignty issue — NavIC + inertial nav is the answer stack; the same discipline ISRO flies on launch vehicles, on a ₹15,000 phone.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900"/>
              <a:t>[Team Name]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 b="1"/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371600"/>
            <a:ext cx="11064240" cy="4480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400" b="1">
                <a:solidFill>
                  <a:srgbClr val="0B1F2A"/>
                </a:solidFill>
              </a:rPr>
              <a:t>• Dataset: IO-VNBD — Inertial &amp; Odometry Vehicle Navigation Benchmark (smartphone IMU + vehicle CAN ground truth).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B1F2A"/>
                </a:solidFill>
              </a:rPr>
              <a:t>• Map matching: Newson &amp; Krumm, 'Hidden Markov Map Matching Through Noise and Sparseness', ACM SIGSPATIAL 2009.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B1F2A"/>
                </a:solidFill>
              </a:rPr>
              <a:t>• Learned inertial odometry: TLIO (CathIAS) · RoNIN · TinyOdom (NESL) · AI-IMU-DR (Brossard et al.).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B1F2A"/>
                </a:solidFill>
              </a:rPr>
              <a:t>• Tooling: OpenStreetMap · MapLibre Native · Microsoft ONNX Runtime.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B1F2A"/>
                </a:solidFill>
              </a:rPr>
              <a:t>• Our measured evidence (repo): lab/stress/results/{mapfilter, isro_benchmark, heading_ablation}/summary.md · core/cpp/apps (edge engine).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sz="900"/>
              <a:t>[Team Name]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